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F2E"/>
                </a:solidFill>
              </a:defRPr>
            </a:pPr>
            <a:r>
              <a:t>BroGourmet — 최종 서비스 출시 로드맵</a:t>
            </a:r>
          </a:p>
          <a:p>
            <a:pPr>
              <a:spcBef>
                <a:spcPts val="1200"/>
              </a:spcBef>
              <a:defRPr sz="1400">
                <a:solidFill>
                  <a:srgbClr val="4A5568"/>
                </a:solidFill>
              </a:defRPr>
            </a:pPr>
            <a:r>
              <a:t>체크리스트 · 비즈니스 후보 · 요약  |  기준일: 2026-04-19 (KST)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로드맵 흐름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【현재】 BroG·지도·MyG·커뮤니티·게임 / 가입·인증·JWT / 결제·KCP·포인트 / 스폰서·이벤트·관리자 / nginx·CORS·Vite</a:t>
            </a:r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【출시 직전】 법무·개인정보 / 운영·모니터링·백업 / PG·도메인·프로덕션 키 / 신고·모더레이션</a:t>
            </a:r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【성장·수익】 스폰서·지역 광고 / 가맹·이벤트·유료 노출 / 데이터·추천·B2B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F2E"/>
                </a:solidFill>
              </a:defRPr>
            </a:pPr>
            <a:r>
              <a:t>우선순위 높은 수정·보완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74066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  <a:gridCol w="1851660"/>
                <a:gridCol w="1851660"/>
                <a:gridCol w="1851660"/>
              </a:tblGrid>
              <a:tr h="340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세부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출시 빌드·환경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프로덕션 키 분리·www에서 LAN API 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단계적 오픈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BROG_ONLY 등 단계·메뉴 합의·문서화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법·정책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약관·개인정보·위치·결제/환불·동의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개발용 노출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가입/인증 DEV 문구 프로덕션 숨김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보안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CSP·입력검증·의존성 (쿠키는 후속 가능)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결제·정산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콜백·취소·영수증·CS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백업·복구·헬스·로그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신뢰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신고·차단·검토 최소 설계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F2E"/>
                </a:solidFill>
              </a:defRPr>
            </a:pPr>
            <a:r>
              <a:t>추가 기능 아이디어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74523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0"/>
                <a:gridCol w="1863090"/>
                <a:gridCol w="1863090"/>
                <a:gridCol w="1863090"/>
              </a:tblGrid>
              <a:tr h="3566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아이디어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메모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온보딩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BroG / MyG / 지도 짧은 안내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알림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웹 푸시·알림톡(정책·비용)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검색·발견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즐겨찾기·최근 본 매장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가맹/사장님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조회 등 최소 지표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F2E"/>
                </a:solidFill>
              </a:defRPr>
            </a:pPr>
            <a:r>
              <a:t>비즈니스 모델 후보 (제품 연결)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7772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461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축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연결</a:t>
                      </a:r>
                    </a:p>
                  </a:txBody>
                  <a:tcPr>
                    <a:solidFill>
                      <a:srgbClr val="314155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스폰서·광고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구·카테고리·지도 슬롯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스폰서 스페이스·클릭 측정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가맹·이벤트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등록비·참가비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merchant intent·Payment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충전 후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point_charge·소비처 정의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구독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프리미엄 혜택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payment tab=user·과금 정의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문의·예약 중개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상세·외부 링크</a:t>
                      </a:r>
                    </a:p>
                  </a:txBody>
                  <a:tcPr/>
                </a:tc>
              </a:tr>
              <a:tr h="3461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B2B 리포트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익명 집계 리포트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1"/>
                          </a:solidFill>
                        </a:defRPr>
                      </a:pPr>
                      <a:r>
                        <a:t>프라이버시 가이드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새 방향 아이디어 (선택)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「이 동네 오늘의 메뉴」 큐레이션 → 스폰서와 묶기</a:t>
            </a:r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점메추(SADARI) × 스폰서 — 비침습 한 줄</a:t>
            </a:r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지역 미디어 제휴 — 스폰서 패키지 공동 판매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한 줄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기술적으로는 지도·UGC·결제·스폰서·관리까지 MVP 이상.</a:t>
            </a:r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최종 서비스까지 남은 일은 법무·운영·실결제·신뢰(신고/모더레이션)·수익 설계를 제품에 녹이는 일.</a:t>
            </a:r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t>문서: docs/service-launch-roadmap.md  |  재생성: python scripts/generate_service_launch_ppt.py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